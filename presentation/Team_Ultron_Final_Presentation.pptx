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6a19f970524077" /><Relationship Type="http://schemas.openxmlformats.org/officeDocument/2006/relationships/extended-properties" Target="/docProps/app.xml" Id="Rd6c5b97a986647ef" /><Relationship Type="http://schemas.openxmlformats.org/officeDocument/2006/relationships/officeDocument" Target="/ppt/presentation.xml" Id="R73699ee2add34c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6781e2c39844e5"/>
  </p:sldMasterIdLst>
  <p:notesMasterIdLst>
    <p:notesMasterId xmlns:r="http://schemas.openxmlformats.org/officeDocument/2006/relationships" r:id="Rdf1ddfc12bdc481a"/>
  </p:notesMasterIdLst>
  <p:sldIdLst>
    <p:sldId xmlns:r="http://schemas.openxmlformats.org/officeDocument/2006/relationships" id="256" r:id="R56d4b09c3dc74202"/>
    <p:sldId xmlns:r="http://schemas.openxmlformats.org/officeDocument/2006/relationships" id="257" r:id="R761dad1ba8f14160"/>
    <p:sldId xmlns:r="http://schemas.openxmlformats.org/officeDocument/2006/relationships" id="258" r:id="Ra79765ff31d441ee"/>
    <p:sldId xmlns:r="http://schemas.openxmlformats.org/officeDocument/2006/relationships" id="259" r:id="R866a7801471c4377"/>
    <p:sldId xmlns:r="http://schemas.openxmlformats.org/officeDocument/2006/relationships" id="260" r:id="R35eda3d074e64ff2"/>
    <p:sldId xmlns:r="http://schemas.openxmlformats.org/officeDocument/2006/relationships" id="261" r:id="Rfcc22ced183b431a"/>
    <p:sldId xmlns:r="http://schemas.openxmlformats.org/officeDocument/2006/relationships" id="262" r:id="R50331227d1a34eff"/>
    <p:sldId xmlns:r="http://schemas.openxmlformats.org/officeDocument/2006/relationships" id="263" r:id="Rfa195e18842b471e"/>
    <p:sldId xmlns:r="http://schemas.openxmlformats.org/officeDocument/2006/relationships" id="264" r:id="R75416b829ade44ac"/>
    <p:sldId xmlns:r="http://schemas.openxmlformats.org/officeDocument/2006/relationships" id="265" r:id="Rc90a2a4cf77644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3ba44089504be5" /><Relationship Type="http://schemas.openxmlformats.org/officeDocument/2006/relationships/slideMaster" Target="/ppt/slideMasters/slideMaster1.xml" Id="R436781e2c39844e5" /><Relationship Type="http://schemas.openxmlformats.org/officeDocument/2006/relationships/notesMaster" Target="/ppt/notesMasters/notesMaster1.xml" Id="Rdf1ddfc12bdc481a" /><Relationship Type="http://schemas.openxmlformats.org/officeDocument/2006/relationships/presProps" Target="/ppt/presProps.xml" Id="R321108faef4c44a1" /><Relationship Type="http://schemas.openxmlformats.org/officeDocument/2006/relationships/tableStyles" Target="/ppt/tableStyles.xml" Id="R5cae03295fdf41dd" /><Relationship Type="http://schemas.openxmlformats.org/officeDocument/2006/relationships/slide" Target="/ppt/slides/slide1.xml" Id="R56d4b09c3dc74202" /><Relationship Type="http://schemas.openxmlformats.org/officeDocument/2006/relationships/slide" Target="/ppt/slides/slide2.xml" Id="R761dad1ba8f14160" /><Relationship Type="http://schemas.openxmlformats.org/officeDocument/2006/relationships/slide" Target="/ppt/slides/slide3.xml" Id="Ra79765ff31d441ee" /><Relationship Type="http://schemas.openxmlformats.org/officeDocument/2006/relationships/slide" Target="/ppt/slides/slide4.xml" Id="R866a7801471c4377" /><Relationship Type="http://schemas.openxmlformats.org/officeDocument/2006/relationships/slide" Target="/ppt/slides/slide5.xml" Id="R35eda3d074e64ff2" /><Relationship Type="http://schemas.openxmlformats.org/officeDocument/2006/relationships/slide" Target="/ppt/slides/slide6.xml" Id="Rfcc22ced183b431a" /><Relationship Type="http://schemas.openxmlformats.org/officeDocument/2006/relationships/slide" Target="/ppt/slides/slide7.xml" Id="R50331227d1a34eff" /><Relationship Type="http://schemas.openxmlformats.org/officeDocument/2006/relationships/slide" Target="/ppt/slides/slide8.xml" Id="Rfa195e18842b471e" /><Relationship Type="http://schemas.openxmlformats.org/officeDocument/2006/relationships/slide" Target="/ppt/slides/slide9.xml" Id="R75416b829ade44ac" /><Relationship Type="http://schemas.openxmlformats.org/officeDocument/2006/relationships/slide" Target="/ppt/slides/slide10.xml" Id="Rc90a2a4cf77644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ce605e0f7248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65361927a84b19" /><Relationship Type="http://schemas.openxmlformats.org/officeDocument/2006/relationships/notesMaster" Target="/ppt/notesMasters/notesMaster1.xml" Id="Rb121cd07697840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55b72099974d42" /><Relationship Type="http://schemas.openxmlformats.org/officeDocument/2006/relationships/notesMaster" Target="/ppt/notesMasters/notesMaster1.xml" Id="R07e21515d7a64f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0f5028701a4fce" /><Relationship Type="http://schemas.openxmlformats.org/officeDocument/2006/relationships/notesMaster" Target="/ppt/notesMasters/notesMaster1.xml" Id="R04e299a649c645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b7dc812cf343f7" /><Relationship Type="http://schemas.openxmlformats.org/officeDocument/2006/relationships/notesMaster" Target="/ppt/notesMasters/notesMaster1.xml" Id="Rfe68acaa43ec40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59bd9145534a3e" /><Relationship Type="http://schemas.openxmlformats.org/officeDocument/2006/relationships/notesMaster" Target="/ppt/notesMasters/notesMaster1.xml" Id="R3faf013783174d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7117836fae4df3" /><Relationship Type="http://schemas.openxmlformats.org/officeDocument/2006/relationships/notesMaster" Target="/ppt/notesMasters/notesMaster1.xml" Id="R0cb3fe28d7f24a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a7bfa4d3c047df" /><Relationship Type="http://schemas.openxmlformats.org/officeDocument/2006/relationships/notesMaster" Target="/ppt/notesMasters/notesMaster1.xml" Id="R7801f4c63f5343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1c6b1883db4878" /><Relationship Type="http://schemas.openxmlformats.org/officeDocument/2006/relationships/notesMaster" Target="/ppt/notesMasters/notesMaster1.xml" Id="R13400034e39644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aafeea13294695" /><Relationship Type="http://schemas.openxmlformats.org/officeDocument/2006/relationships/notesMaster" Target="/ppt/notesMasters/notesMaster1.xml" Id="Rabfe06012a084b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827d359fb544cb" /><Relationship Type="http://schemas.openxmlformats.org/officeDocument/2006/relationships/notesMaster" Target="/ppt/notesMasters/notesMaster1.xml" Id="Rec14df3354a04c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b5b428c2145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1089b237440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3774d0a13f4d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bb8ce19d24b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97821e9fb43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41afd1be849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5A45B0-D026-4994-9F4B-75DF2B0DF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2C2387-7A5C-489A-B99E-DDEC722D62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E1A471-8F10-48F3-8106-6FF6974EA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E9D9CE-3548-448C-BFB3-BAA4FE81A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3D8CE3-E718-424E-BF89-82CF9C1977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DCEF4C-4E8A-43C7-939A-F2BA70F47B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9B7FD3-125E-4DD1-850D-49EA75D370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3A1874-ED36-4D2C-B247-16EE89621C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905173-88B6-4B5F-95F0-FF4DC55D9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CB3D15-528A-43C5-8C36-6AE8CDB813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962ca621074de5" /><Relationship Type="http://schemas.openxmlformats.org/officeDocument/2006/relationships/slideLayout" Target="/ppt/slideLayouts/slideLayout1.xml" Id="R42f8150becff424d" /><Relationship Type="http://schemas.openxmlformats.org/officeDocument/2006/relationships/slideLayout" Target="/ppt/slideLayouts/slideLayout2.xml" Id="Rf3e6991350354319" /><Relationship Type="http://schemas.openxmlformats.org/officeDocument/2006/relationships/slideLayout" Target="/ppt/slideLayouts/slideLayout3.xml" Id="R9f91e53aa3f049fb" /><Relationship Type="http://schemas.openxmlformats.org/officeDocument/2006/relationships/slideLayout" Target="/ppt/slideLayouts/slideLayout4.xml" Id="Rf6364ba7b12e4af4" /><Relationship Type="http://schemas.openxmlformats.org/officeDocument/2006/relationships/slideLayout" Target="/ppt/slideLayouts/slideLayout5.xml" Id="R1b65cde17e064c04" /><Relationship Type="http://schemas.openxmlformats.org/officeDocument/2006/relationships/slideLayout" Target="/ppt/slideLayouts/slideLayout6.xml" Id="R6dc8bac3fed145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8150becff424d"/>
    <p:sldLayoutId xmlns:r="http://schemas.openxmlformats.org/officeDocument/2006/relationships" id="2147483650" r:id="Rf3e6991350354319"/>
    <p:sldLayoutId xmlns:r="http://schemas.openxmlformats.org/officeDocument/2006/relationships" id="2147483651" r:id="R9f91e53aa3f049fb"/>
    <p:sldLayoutId xmlns:r="http://schemas.openxmlformats.org/officeDocument/2006/relationships" id="2147483652" r:id="Rf6364ba7b12e4af4"/>
    <p:sldLayoutId xmlns:r="http://schemas.openxmlformats.org/officeDocument/2006/relationships" id="2147483653" r:id="R1b65cde17e064c04"/>
    <p:sldLayoutId xmlns:r="http://schemas.openxmlformats.org/officeDocument/2006/relationships" id="2147483654" r:id="R6dc8bac3fed145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a3b4c82f343b8" /><Relationship Type="http://schemas.openxmlformats.org/officeDocument/2006/relationships/image" Target="/ppt/media/image.png" Id="R9f243b6cefcc47ae" /><Relationship Type="http://schemas.openxmlformats.org/officeDocument/2006/relationships/notesSlide" Target="/ppt/notesSlides/notesSlide1.xml" Id="R5f1b5087654b42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1ab6e1edd4a5a" /><Relationship Type="http://schemas.openxmlformats.org/officeDocument/2006/relationships/image" Target="/ppt/media/image2.png" Id="Rc56dc56e0ad34d08" /><Relationship Type="http://schemas.openxmlformats.org/officeDocument/2006/relationships/notesSlide" Target="/ppt/notesSlides/notesSlide2.xml" Id="Rf65abf921f9b42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f185e5d45449f" /><Relationship Type="http://schemas.openxmlformats.org/officeDocument/2006/relationships/image" Target="/ppt/media/image3.png" Id="R8ec6c11c04dc4bb8" /><Relationship Type="http://schemas.openxmlformats.org/officeDocument/2006/relationships/notesSlide" Target="/ppt/notesSlides/notesSlide3.xml" Id="Rf9a271645dbb45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f4da4b5c04840" /><Relationship Type="http://schemas.openxmlformats.org/officeDocument/2006/relationships/image" Target="/ppt/media/image4.png" Id="R22236f2e630c48db" /><Relationship Type="http://schemas.openxmlformats.org/officeDocument/2006/relationships/notesSlide" Target="/ppt/notesSlides/notesSlide4.xml" Id="R09d249a9a46246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6cb2ba8b974915" /><Relationship Type="http://schemas.openxmlformats.org/officeDocument/2006/relationships/image" Target="/ppt/media/image5.png" Id="R413e29f2bb954f92" /><Relationship Type="http://schemas.openxmlformats.org/officeDocument/2006/relationships/notesSlide" Target="/ppt/notesSlides/notesSlide5.xml" Id="Ra609a9df683a40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e4ca1f1ee747e2" /><Relationship Type="http://schemas.openxmlformats.org/officeDocument/2006/relationships/image" Target="/ppt/media/image6.png" Id="R53fec2d7b70c4e53" /><Relationship Type="http://schemas.openxmlformats.org/officeDocument/2006/relationships/notesSlide" Target="/ppt/notesSlides/notesSlide6.xml" Id="R2db1c0309cfc44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a651531e244d29" /><Relationship Type="http://schemas.openxmlformats.org/officeDocument/2006/relationships/image" Target="/ppt/media/image7.png" Id="R710782a5330d43d3" /><Relationship Type="http://schemas.openxmlformats.org/officeDocument/2006/relationships/notesSlide" Target="/ppt/notesSlides/notesSlide7.xml" Id="R214542040cf146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486a429894539" /><Relationship Type="http://schemas.openxmlformats.org/officeDocument/2006/relationships/image" Target="/ppt/media/image8.png" Id="R2a4cdf2728f84c56" /><Relationship Type="http://schemas.openxmlformats.org/officeDocument/2006/relationships/notesSlide" Target="/ppt/notesSlides/notesSlide8.xml" Id="Rd8cb02e72fdd44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a0dbd2d1449fa" /><Relationship Type="http://schemas.openxmlformats.org/officeDocument/2006/relationships/image" Target="/ppt/media/image9.png" Id="Rf25e2063fcec431b" /><Relationship Type="http://schemas.openxmlformats.org/officeDocument/2006/relationships/notesSlide" Target="/ppt/notesSlides/notesSlide9.xml" Id="R4bf8fd54753e41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edda75b6234005" /><Relationship Type="http://schemas.openxmlformats.org/officeDocument/2006/relationships/image" Target="/ppt/media/image10.png" Id="R18ee97f67ed347cc" /><Relationship Type="http://schemas.openxmlformats.org/officeDocument/2006/relationships/notesSlide" Target="/ppt/notesSlides/notesSlide10.xml" Id="Rfac888a8d50343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47EBA-B285-4D27-B5CC-47B5E09CC9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43b6cefcc47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5575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75708-C3A4-4B5D-AE35-DC638AD14F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dc56e0ad34d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82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8F030-8B98-46A8-9D26-DC796867C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6c11c04dc4b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323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A3E9B-25C1-43E2-9A50-9E8714C6DA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36f2e630c48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089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2090E-0095-49F4-B20F-2849F47F50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e29f2bb954f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58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C1B89-3D55-42CC-90A8-1FDA94AF6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ec2d7b70c4e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481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3A68D-E631-47CB-886E-0CC7496B5E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782a5330d43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554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73826-F3D5-4E84-A052-8F24417046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cdf2728f84c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22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41276-7FC9-4577-8E47-5E2D38D99C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e2063fcec43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096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6EEFB-6B1A-4417-B8F1-522D187CC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e97f67ed347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0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2026-10-11T22:24:58.6550000Z</dcterms:created>
  <dcterms:modified xsi:type="dcterms:W3CDTF">2026-10-11T22:24:58.6550000Z</dcterms:modified>
</coreProperties>
</file>